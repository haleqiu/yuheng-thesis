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8"/>
  </p:normalViewPr>
  <p:slideViewPr>
    <p:cSldViewPr snapToGrid="0">
      <p:cViewPr varScale="1">
        <p:scale>
          <a:sx n="91" d="100"/>
          <a:sy n="91" d="100"/>
        </p:scale>
        <p:origin x="192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6ECFA-BA56-923A-F05C-7CD4687FA3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E598AD-D171-0BC1-4A16-046180EA4E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B3920-71D5-94DD-64CC-7BD749219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66C4F-7269-FD45-921E-D865197C747F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4A498-3BC8-BE48-4588-402A1998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C29D9-0E7D-4415-1282-DEBF85CA7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B6F71-7DF4-714F-9F2A-335045840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58E5A-8AED-0B4D-CFA4-B8E71B6CB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4794C-C427-4BD8-6F15-B7F15DD38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791D8-57C4-B28A-3523-17F07B4C6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66C4F-7269-FD45-921E-D865197C747F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51933-E3AD-FA0C-8995-D4C86B33E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B6C5A-20E2-557F-515D-34A48262E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B6F71-7DF4-714F-9F2A-335045840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983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08D87-A904-38EF-82C4-B48AD686A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A915DF-4030-C523-E12C-68B5D513A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5F2BF-DF09-6481-D64D-793471F67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66C4F-7269-FD45-921E-D865197C747F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ADF8A-0DAC-93E5-82E0-0DFF220FC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17F40-8872-6E78-B328-FBB83ED5F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B6F71-7DF4-714F-9F2A-335045840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229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C5E65-8BF0-1B75-7E3A-E65A44E9B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AC4F7-6726-D641-33A9-E306624D6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DE905A-2C12-C022-16A0-7751E8EC7F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02695-F7CD-E77C-40F6-33EBA8051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66C4F-7269-FD45-921E-D865197C747F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44EE5-318A-18FF-4AA1-BC2278123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86A963-E247-0E95-76BC-31ECD29F1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B6F71-7DF4-714F-9F2A-335045840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805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DD934-EC20-9B1A-9E90-C1A94DA3F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C6C523-464E-C51D-B32E-FAAFECE5D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9A1728-DBA5-67C4-1BDC-D1751EB15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4D4BB7-402D-52AB-E08F-C29E6B7C86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5EE815-FE3B-8A90-73A7-0D170B93AC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86E794-400C-7479-5AC2-FEFB25F4F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66C4F-7269-FD45-921E-D865197C747F}" type="datetimeFigureOut">
              <a:rPr lang="en-US" smtClean="0"/>
              <a:t>5/3/26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3CA44C-7196-8CC6-DEB4-E84006775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6F3485-CDC3-8426-528D-5D60617F8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B6F71-7DF4-714F-9F2A-335045840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362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24BAD-E8D7-F5FB-5C84-9EB04640E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0B3F12-61C1-8FF9-348F-7F0BE9CC8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66C4F-7269-FD45-921E-D865197C747F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7F58D1-5644-47E1-D7B6-C41A78C53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8A5119-F8FB-EAA2-4B11-1CFF1C94D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B6F71-7DF4-714F-9F2A-335045840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83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B46CBE-A303-435E-144C-8594103BF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66C4F-7269-FD45-921E-D865197C747F}" type="datetimeFigureOut">
              <a:rPr lang="en-US" smtClean="0"/>
              <a:t>5/3/26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8FB285-045C-12E3-5098-15877EE45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EF210B-0D72-A8FF-4E08-E4F7568B0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B6F71-7DF4-714F-9F2A-335045840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841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342BE-DCE0-6822-E971-3AFA68285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19088-0D5C-61EA-4507-438654313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F7A56-96EB-8C80-DEAD-0F701B770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39B454-8E37-A377-216C-B00BF1FFA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66C4F-7269-FD45-921E-D865197C747F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C7E6-8D7F-75D1-7391-B6C40B0C3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886C75-3C71-66B5-1864-DDE9D9E9D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B6F71-7DF4-714F-9F2A-335045840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982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37698-A6FD-DCE2-0B28-AF261C4D2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3E78B0-1CE5-89E8-34BF-5B5C5DFE6A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684340-BA7A-F3DA-312C-13859A2F3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A9FD35-17D9-020C-287E-CE6EA8B3E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66C4F-7269-FD45-921E-D865197C747F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244391-D75B-22D0-5CAB-78B9AE181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3DD8CF-A4EA-ADE7-3514-D17040A1F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B6F71-7DF4-714F-9F2A-335045840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789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72A4E-97B9-B018-AC8D-3A0B2F029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BE8B8D-0EF2-D76F-82FA-AE1BF9BD6B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D0572-7411-B37B-8043-2EAB06A01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66C4F-7269-FD45-921E-D865197C747F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85A5E-A782-CE95-E835-BFA6D79FA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7D60F-1B63-5177-6AB1-8539D71D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B6F71-7DF4-714F-9F2A-335045840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128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1B6935-6AB7-3803-06D7-70488FE6A8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AEA29B-F26F-AE78-0A0D-5790DE15D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1A25D-8941-E975-A7D7-E545069B4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66C4F-7269-FD45-921E-D865197C747F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3A78C-1708-76F3-D387-7E0ED021E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DD3B2-F62B-0F78-BA7A-8E436C743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B6F71-7DF4-714F-9F2A-335045840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616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22A8A0-A792-0FAC-5D7C-E91DC8DCE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673AC-1731-CBA4-5BFB-551156326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8DD17-35E0-DCD9-E7F9-365C122982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F66C4F-7269-FD45-921E-D865197C747F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95DBC-59BD-D37B-9CF4-A848B13AA8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79DE6-A106-EE47-0DAE-C30A61077A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2B6F71-7DF4-714F-9F2A-335045840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762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7A4D354-D878-3EFB-ED7E-3707D4D2EB58}"/>
              </a:ext>
            </a:extLst>
          </p:cNvPr>
          <p:cNvGrpSpPr/>
          <p:nvPr/>
        </p:nvGrpSpPr>
        <p:grpSpPr>
          <a:xfrm>
            <a:off x="1606139" y="3937927"/>
            <a:ext cx="2848609" cy="740584"/>
            <a:chOff x="306401" y="3522277"/>
            <a:chExt cx="2848609" cy="74058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986B87C-D0CE-A8D4-CC66-2830CFEFA56A}"/>
                </a:ext>
              </a:extLst>
            </p:cNvPr>
            <p:cNvGrpSpPr/>
            <p:nvPr/>
          </p:nvGrpSpPr>
          <p:grpSpPr>
            <a:xfrm>
              <a:off x="306401" y="3522277"/>
              <a:ext cx="2848609" cy="740584"/>
              <a:chOff x="306406" y="3541702"/>
              <a:chExt cx="2848609" cy="740584"/>
            </a:xfrm>
          </p:grpSpPr>
          <p:sp>
            <p:nvSpPr>
              <p:cNvPr id="7" name="Google Shape;61;p13">
                <a:extLst>
                  <a:ext uri="{FF2B5EF4-FFF2-40B4-BE49-F238E27FC236}">
                    <a16:creationId xmlns:a16="http://schemas.microsoft.com/office/drawing/2014/main" id="{D3692DD3-C63F-5A62-F833-A662A2A3F4D4}"/>
                  </a:ext>
                </a:extLst>
              </p:cNvPr>
              <p:cNvSpPr/>
              <p:nvPr/>
            </p:nvSpPr>
            <p:spPr>
              <a:xfrm>
                <a:off x="306406" y="3541702"/>
                <a:ext cx="2824254" cy="740584"/>
              </a:xfrm>
              <a:prstGeom prst="roundRect">
                <a:avLst>
                  <a:gd name="adj" fmla="val 16667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1587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1800" b="1" dirty="0">
                  <a:solidFill>
                    <a:srgbClr val="434343"/>
                  </a:solidFill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66ADA18-5259-FB0B-883B-10C018D5FAB8}"/>
                  </a:ext>
                </a:extLst>
              </p:cNvPr>
              <p:cNvSpPr txBox="1"/>
              <p:nvPr/>
            </p:nvSpPr>
            <p:spPr>
              <a:xfrm>
                <a:off x="757490" y="3611912"/>
                <a:ext cx="2397525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Inertia</a:t>
                </a:r>
                <a:r>
                  <a:rPr lang="en-US" altLang="zh-CN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l</a:t>
                </a:r>
                <a:r>
                  <a:rPr lang="zh-CN" altLang="en-US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en-US" altLang="zh-CN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Perception</a:t>
                </a:r>
                <a:br>
                  <a:rPr lang="en-US" altLang="zh-CN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</a:br>
                <a:r>
                  <a:rPr lang="en-US" altLang="zh-CN" sz="13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[Part.</a:t>
                </a:r>
                <a:r>
                  <a:rPr lang="zh-CN" altLang="en-US" sz="13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en-US" altLang="zh-CN" sz="13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2]</a:t>
                </a:r>
                <a:endParaRPr lang="en-US" sz="13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pic>
          <p:nvPicPr>
            <p:cNvPr id="6" name="Google Shape;62;p13">
              <a:extLst>
                <a:ext uri="{FF2B5EF4-FFF2-40B4-BE49-F238E27FC236}">
                  <a16:creationId xmlns:a16="http://schemas.microsoft.com/office/drawing/2014/main" id="{E6347783-3E82-B18C-FCB2-E67216FE2858}"/>
                </a:ext>
              </a:extLst>
            </p:cNvPr>
            <p:cNvPicPr preferRelativeResize="0"/>
            <p:nvPr/>
          </p:nvPicPr>
          <p:blipFill>
            <a:blip r:embed="rId2">
              <a:alphaModFix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86982" y="3656989"/>
              <a:ext cx="455119" cy="458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Google Shape;55;p13">
            <a:extLst>
              <a:ext uri="{FF2B5EF4-FFF2-40B4-BE49-F238E27FC236}">
                <a16:creationId xmlns:a16="http://schemas.microsoft.com/office/drawing/2014/main" id="{F76AF619-E880-B1A1-4E60-B310AF735E5D}"/>
              </a:ext>
            </a:extLst>
          </p:cNvPr>
          <p:cNvSpPr/>
          <p:nvPr/>
        </p:nvSpPr>
        <p:spPr>
          <a:xfrm>
            <a:off x="5060888" y="3205995"/>
            <a:ext cx="1746221" cy="802142"/>
          </a:xfrm>
          <a:prstGeom prst="roundRect">
            <a:avLst>
              <a:gd name="adj" fmla="val 16667"/>
            </a:avLst>
          </a:prstGeom>
          <a:solidFill>
            <a:schemeClr val="accent2">
              <a:lumMod val="40000"/>
              <a:lumOff val="60000"/>
            </a:schemeClr>
          </a:solidFill>
          <a:ln w="9525" cap="flat" cmpd="sng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b="1" dirty="0">
              <a:solidFill>
                <a:srgbClr val="434343"/>
              </a:solidFill>
            </a:endParaRPr>
          </a:p>
        </p:txBody>
      </p:sp>
      <p:pic>
        <p:nvPicPr>
          <p:cNvPr id="10" name="Google Shape;56;p13" title="noun-covariance-5362745.png">
            <a:extLst>
              <a:ext uri="{FF2B5EF4-FFF2-40B4-BE49-F238E27FC236}">
                <a16:creationId xmlns:a16="http://schemas.microsoft.com/office/drawing/2014/main" id="{6BB81464-3C75-FE08-762F-F38DC76BBE9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16331"/>
          <a:stretch/>
        </p:blipFill>
        <p:spPr>
          <a:xfrm>
            <a:off x="5112261" y="3466819"/>
            <a:ext cx="409768" cy="3229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" name="Google Shape;74;p13">
            <a:extLst>
              <a:ext uri="{FF2B5EF4-FFF2-40B4-BE49-F238E27FC236}">
                <a16:creationId xmlns:a16="http://schemas.microsoft.com/office/drawing/2014/main" id="{B8C6B86A-A7C8-F11A-E441-56F3E4FF3CB0}"/>
              </a:ext>
            </a:extLst>
          </p:cNvPr>
          <p:cNvCxnSpPr>
            <a:cxnSpLocks/>
            <a:stCxn id="9" idx="1"/>
            <a:endCxn id="16" idx="3"/>
          </p:cNvCxnSpPr>
          <p:nvPr/>
        </p:nvCxnSpPr>
        <p:spPr>
          <a:xfrm rot="10800000">
            <a:off x="4429204" y="2897938"/>
            <a:ext cx="631684" cy="709128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diamond" w="med" len="med"/>
          </a:ln>
        </p:spPr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33DD897-B267-D27C-AB35-66C3480B2E68}"/>
              </a:ext>
            </a:extLst>
          </p:cNvPr>
          <p:cNvGrpSpPr/>
          <p:nvPr/>
        </p:nvGrpSpPr>
        <p:grpSpPr>
          <a:xfrm>
            <a:off x="1588290" y="2551555"/>
            <a:ext cx="2840914" cy="740585"/>
            <a:chOff x="1716832" y="2290996"/>
            <a:chExt cx="2840914" cy="74058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ACE79D0-1FB1-CF1C-131E-350958B6ED66}"/>
                </a:ext>
              </a:extLst>
            </p:cNvPr>
            <p:cNvGrpSpPr/>
            <p:nvPr/>
          </p:nvGrpSpPr>
          <p:grpSpPr>
            <a:xfrm>
              <a:off x="1716832" y="2290996"/>
              <a:ext cx="2840914" cy="740585"/>
              <a:chOff x="-1" y="1864504"/>
              <a:chExt cx="2840914" cy="471282"/>
            </a:xfrm>
          </p:grpSpPr>
          <p:sp>
            <p:nvSpPr>
              <p:cNvPr id="15" name="Google Shape;58;p13">
                <a:extLst>
                  <a:ext uri="{FF2B5EF4-FFF2-40B4-BE49-F238E27FC236}">
                    <a16:creationId xmlns:a16="http://schemas.microsoft.com/office/drawing/2014/main" id="{F626DCC6-E76C-C64C-88AB-98DE2064B6AF}"/>
                  </a:ext>
                </a:extLst>
              </p:cNvPr>
              <p:cNvSpPr/>
              <p:nvPr/>
            </p:nvSpPr>
            <p:spPr>
              <a:xfrm>
                <a:off x="-1" y="1864504"/>
                <a:ext cx="2824254" cy="471282"/>
              </a:xfrm>
              <a:prstGeom prst="roundRect">
                <a:avLst>
                  <a:gd name="adj" fmla="val 16667"/>
                </a:avLst>
              </a:prstGeom>
              <a:solidFill>
                <a:srgbClr val="FFF2CC"/>
              </a:solidFill>
              <a:ln w="1587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1" dirty="0">
                    <a:solidFill>
                      <a:srgbClr val="434343"/>
                    </a:solidFill>
                  </a:rPr>
                  <a:t> </a:t>
                </a:r>
                <a:endParaRPr sz="1200" dirty="0">
                  <a:solidFill>
                    <a:srgbClr val="434343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90FE88B-6B07-A781-F962-0AC76CF4CB6F}"/>
                  </a:ext>
                </a:extLst>
              </p:cNvPr>
              <p:cNvSpPr txBox="1"/>
              <p:nvPr/>
            </p:nvSpPr>
            <p:spPr>
              <a:xfrm>
                <a:off x="467743" y="1893968"/>
                <a:ext cx="2373170" cy="3819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Visual</a:t>
                </a:r>
                <a:r>
                  <a:rPr lang="zh-CN" altLang="en-US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en-US" altLang="zh-CN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Perception</a:t>
                </a:r>
                <a:r>
                  <a:rPr lang="zh-CN" alt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en-US" altLang="zh-CN" sz="13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[Part.</a:t>
                </a:r>
                <a:r>
                  <a:rPr lang="zh-CN" altLang="en-US" sz="13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en-US" altLang="zh-CN" sz="13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1]</a:t>
                </a:r>
                <a:endParaRPr lang="en-US" sz="13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pic>
          <p:nvPicPr>
            <p:cNvPr id="14" name="图片 6">
              <a:extLst>
                <a:ext uri="{FF2B5EF4-FFF2-40B4-BE49-F238E27FC236}">
                  <a16:creationId xmlns:a16="http://schemas.microsoft.com/office/drawing/2014/main" id="{F224BA60-8539-3CB2-0442-1EF7874CF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8059" y="2412516"/>
              <a:ext cx="506470" cy="468674"/>
            </a:xfrm>
            <a:prstGeom prst="rect">
              <a:avLst/>
            </a:prstGeom>
            <a:solidFill>
              <a:schemeClr val="bg1"/>
            </a:solidFill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78319CF-A6D8-43E8-B728-CECCF30C2808}"/>
              </a:ext>
            </a:extLst>
          </p:cNvPr>
          <p:cNvSpPr txBox="1"/>
          <p:nvPr/>
        </p:nvSpPr>
        <p:spPr>
          <a:xfrm>
            <a:off x="5506072" y="3315012"/>
            <a:ext cx="13315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Learned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Uncertainty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8" name="Google Shape;74;p13">
            <a:extLst>
              <a:ext uri="{FF2B5EF4-FFF2-40B4-BE49-F238E27FC236}">
                <a16:creationId xmlns:a16="http://schemas.microsoft.com/office/drawing/2014/main" id="{25E12BD6-68FA-103B-7EF1-13B5E5AE6BAB}"/>
              </a:ext>
            </a:extLst>
          </p:cNvPr>
          <p:cNvCxnSpPr>
            <a:cxnSpLocks/>
            <a:stCxn id="9" idx="1"/>
            <a:endCxn id="8" idx="3"/>
          </p:cNvCxnSpPr>
          <p:nvPr/>
        </p:nvCxnSpPr>
        <p:spPr>
          <a:xfrm rot="10800000" flipV="1">
            <a:off x="4454748" y="3607065"/>
            <a:ext cx="606140" cy="701153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9" name="Google Shape;74;p13">
            <a:extLst>
              <a:ext uri="{FF2B5EF4-FFF2-40B4-BE49-F238E27FC236}">
                <a16:creationId xmlns:a16="http://schemas.microsoft.com/office/drawing/2014/main" id="{B8311528-85DF-901C-3993-187E993D0AFC}"/>
              </a:ext>
            </a:extLst>
          </p:cNvPr>
          <p:cNvCxnSpPr>
            <a:cxnSpLocks/>
            <a:stCxn id="20" idx="1"/>
            <a:endCxn id="9" idx="3"/>
          </p:cNvCxnSpPr>
          <p:nvPr/>
        </p:nvCxnSpPr>
        <p:spPr>
          <a:xfrm rot="10800000">
            <a:off x="6807110" y="3607067"/>
            <a:ext cx="481899" cy="2473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20" name="矩形: 圆角 18">
            <a:extLst>
              <a:ext uri="{FF2B5EF4-FFF2-40B4-BE49-F238E27FC236}">
                <a16:creationId xmlns:a16="http://schemas.microsoft.com/office/drawing/2014/main" id="{778D28E9-EB29-AEBB-9FD0-D1FEF2F1A7DD}"/>
              </a:ext>
            </a:extLst>
          </p:cNvPr>
          <p:cNvSpPr/>
          <p:nvPr/>
        </p:nvSpPr>
        <p:spPr>
          <a:xfrm>
            <a:off x="7289008" y="3146439"/>
            <a:ext cx="3329272" cy="9261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chemeClr val="bg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C1590EF7-9D0D-DB0A-7E0B-F70C47A83C9F}"/>
              </a:ext>
            </a:extLst>
          </p:cNvPr>
          <p:cNvSpPr txBox="1">
            <a:spLocks/>
          </p:cNvSpPr>
          <p:nvPr/>
        </p:nvSpPr>
        <p:spPr>
          <a:xfrm>
            <a:off x="7897788" y="3205995"/>
            <a:ext cx="2505052" cy="587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Visual-Inertial Fusion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&amp;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Adaption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altLang="zh-CN" sz="13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[Part.</a:t>
            </a:r>
            <a:r>
              <a:rPr lang="zh-CN" altLang="en-US" sz="13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altLang="zh-CN" sz="130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rPr>
              <a:t>3]</a:t>
            </a:r>
            <a:endParaRPr lang="zh-CN" altLang="en-US" sz="1300" dirty="0">
              <a:solidFill>
                <a:schemeClr val="tx1">
                  <a:lumMod val="65000"/>
                  <a:lumOff val="3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23" name="Google Shape;67;p13">
            <a:extLst>
              <a:ext uri="{FF2B5EF4-FFF2-40B4-BE49-F238E27FC236}">
                <a16:creationId xmlns:a16="http://schemas.microsoft.com/office/drawing/2014/main" id="{180F8066-D763-21AE-5E1D-69FD0457729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6676" r="6502" b="17702"/>
          <a:stretch/>
        </p:blipFill>
        <p:spPr>
          <a:xfrm>
            <a:off x="7437070" y="3402286"/>
            <a:ext cx="460718" cy="4238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4123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7" grpId="0"/>
      <p:bldP spid="20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28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Yuheng Qiu</dc:creator>
  <cp:lastModifiedBy>Yuheng Qiu</cp:lastModifiedBy>
  <cp:revision>2</cp:revision>
  <dcterms:created xsi:type="dcterms:W3CDTF">2026-05-03T21:56:34Z</dcterms:created>
  <dcterms:modified xsi:type="dcterms:W3CDTF">2026-05-03T22:02:17Z</dcterms:modified>
</cp:coreProperties>
</file>